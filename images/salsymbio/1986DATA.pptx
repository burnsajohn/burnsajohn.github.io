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350"/>
    <a:srgbClr val="FFF2CC"/>
    <a:srgbClr val="996633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0" autoAdjust="0"/>
    <p:restoredTop sz="94660"/>
  </p:normalViewPr>
  <p:slideViewPr>
    <p:cSldViewPr snapToGrid="0">
      <p:cViewPr>
        <p:scale>
          <a:sx n="47" d="100"/>
          <a:sy n="47" d="100"/>
        </p:scale>
        <p:origin x="122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D780-9A4F-EC2F-B259-30A700A72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8867F-9763-90C1-7095-9BEB1C4A4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2736A-5DBD-39FD-E98E-50562AAE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2684B-8C13-9048-F7E5-406886F8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2B3BA-73F3-8849-79FF-013F80C3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9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EA90-423E-F9EA-FCD7-018D768D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4E85D-FE32-EA09-3B32-385DDBCAB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0DB51-D2FF-0087-7223-EA69B0C5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63827-066A-9312-99AD-91A34AF90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A48C-2700-9F8B-58B6-0239F6CF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5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B43D-4866-C97B-C291-6D026287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755CC-8619-47EE-1A6E-D1AED216B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10C4F-C7B5-AD78-BC09-3AFD4042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15D75-0D47-27D1-2163-6C306751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D7C61-95F0-990B-1B71-D5D9510B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E69D-ABED-BC78-9F42-C9B32E06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BE10C-D48C-31B9-0D8F-8CEF4B493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F9954-6C49-B6B5-4C24-2555FDD61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487AF-56F6-BB31-3470-F98D4AD0D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0E218-E0BC-D0B4-3699-EE1A211A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5B4C7-9190-2A76-7015-748EDA57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3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02FD-2C10-FA6B-316C-15D261F9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8DE6C-37D2-A1B6-EE4A-1402871A5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95EF6-BA52-C419-C375-8CDF9355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20914-EDAD-7E65-F8AD-3373A8829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B76CD-3518-C483-6E14-D880CCD97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7055E-62FE-A5F8-C7E4-9B93B8F2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940D9B-559A-9038-DCD7-182013D4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F026E-728C-66EE-9969-857C3567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2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4B47-4B59-C7D3-ABEE-73444D05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E0A00-EEFF-64B3-8877-833A3B5E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6EE352-E913-5C89-3720-26E28F28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0822D-8C34-6D0E-806E-75C83F6F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1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0C8FE0-39CB-8A6B-4608-5AB3FEDB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8203FA-A1A0-A51A-AF85-680D6719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30921-5AA3-92F7-9D65-9223C1B22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8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8501-2FA2-F7C5-3F49-2739C24D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3E9AA-B4FC-FDC2-B93B-DEBF0F1A3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A3F09-5DDA-50AC-A83C-4F5EBED69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FBAA0-9272-00DE-3964-1678196DC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D8A37-75C4-16BB-1D5B-59735DB1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68763-AF08-F0EF-2633-F8D81006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34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69DC-CB42-2502-D714-5CD29BD4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5926A-8F7A-0DF1-27B3-81DD90F83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31E80-A485-24C0-C8F5-BADB68241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1FB74-37DC-2C1E-8AB9-BAA39C45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7F3AF-7171-B496-D4AE-B21CF571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7F736-BDA8-6E02-58CD-FA45D216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026C-9897-C261-2315-08649503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74693-31F3-D4FF-7518-43F67CE82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F1BEB-9604-72C2-7A6D-5ED65F46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53605-ED18-B66E-FE48-9FD9502D7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6C071-BD5D-2C30-C59C-7931B7E9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1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5E615-331B-B9C7-EF4C-894624E3D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34D2D-B367-8FBF-6D31-824E9C4BA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DA549-36D0-8D80-1472-9F9CD1C6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8031F-3B27-0BA8-D10A-F7CECAD8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22C0E-48D5-5FBD-001B-27F55AE5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1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85E86-4547-1164-015C-5F550A07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98456-B915-BF35-79B0-FBD4EE891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F196A-711E-1849-DC45-8035F922D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1799D-7FB4-4151-8471-DF726E9D515C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CD169-60BD-8C5C-879E-C956F4152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ED13-9B68-286E-E822-E476440D5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5F97E-ECBF-426D-A63D-248852CB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3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27B8201-C8A7-4066-2B3F-2B19E88AA564}"/>
              </a:ext>
            </a:extLst>
          </p:cNvPr>
          <p:cNvSpPr/>
          <p:nvPr/>
        </p:nvSpPr>
        <p:spPr>
          <a:xfrm>
            <a:off x="6448924" y="793416"/>
            <a:ext cx="4800677" cy="5093368"/>
          </a:xfrm>
          <a:prstGeom prst="roundRect">
            <a:avLst>
              <a:gd name="adj" fmla="val 16758"/>
            </a:avLst>
          </a:prstGeom>
          <a:solidFill>
            <a:srgbClr val="143350">
              <a:alpha val="30196"/>
            </a:srgb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232145-D505-2ADE-A71A-F6264BBCDBC4}"/>
              </a:ext>
            </a:extLst>
          </p:cNvPr>
          <p:cNvSpPr/>
          <p:nvPr/>
        </p:nvSpPr>
        <p:spPr>
          <a:xfrm>
            <a:off x="6096000" y="519936"/>
            <a:ext cx="5630779" cy="1069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C19A59-A256-8800-8D0F-0DBE27245CAF}"/>
              </a:ext>
            </a:extLst>
          </p:cNvPr>
          <p:cNvGrpSpPr/>
          <p:nvPr/>
        </p:nvGrpSpPr>
        <p:grpSpPr>
          <a:xfrm>
            <a:off x="7509410" y="2457672"/>
            <a:ext cx="2951747" cy="2903621"/>
            <a:chOff x="7509410" y="2394172"/>
            <a:chExt cx="2951747" cy="290362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6D462A-8B8A-CAFC-5C9E-BFBA0886D2D5}"/>
                </a:ext>
              </a:extLst>
            </p:cNvPr>
            <p:cNvSpPr/>
            <p:nvPr/>
          </p:nvSpPr>
          <p:spPr>
            <a:xfrm>
              <a:off x="7509410" y="2394172"/>
              <a:ext cx="2951747" cy="2903621"/>
            </a:xfrm>
            <a:custGeom>
              <a:avLst/>
              <a:gdLst>
                <a:gd name="connsiteX0" fmla="*/ 2823410 w 2951747"/>
                <a:gd name="connsiteY0" fmla="*/ 2069432 h 2903621"/>
                <a:gd name="connsiteX1" fmla="*/ 2823410 w 2951747"/>
                <a:gd name="connsiteY1" fmla="*/ 2069432 h 2903621"/>
                <a:gd name="connsiteX2" fmla="*/ 2951747 w 2951747"/>
                <a:gd name="connsiteY2" fmla="*/ 1572127 h 2903621"/>
                <a:gd name="connsiteX3" fmla="*/ 2935705 w 2951747"/>
                <a:gd name="connsiteY3" fmla="*/ 1347537 h 2903621"/>
                <a:gd name="connsiteX4" fmla="*/ 2887579 w 2951747"/>
                <a:gd name="connsiteY4" fmla="*/ 1251285 h 2903621"/>
                <a:gd name="connsiteX5" fmla="*/ 2871537 w 2951747"/>
                <a:gd name="connsiteY5" fmla="*/ 1171074 h 2903621"/>
                <a:gd name="connsiteX6" fmla="*/ 2775284 w 2951747"/>
                <a:gd name="connsiteY6" fmla="*/ 1026695 h 2903621"/>
                <a:gd name="connsiteX7" fmla="*/ 2711116 w 2951747"/>
                <a:gd name="connsiteY7" fmla="*/ 914400 h 2903621"/>
                <a:gd name="connsiteX8" fmla="*/ 2679031 w 2951747"/>
                <a:gd name="connsiteY8" fmla="*/ 850232 h 2903621"/>
                <a:gd name="connsiteX9" fmla="*/ 2486526 w 2951747"/>
                <a:gd name="connsiteY9" fmla="*/ 657727 h 2903621"/>
                <a:gd name="connsiteX10" fmla="*/ 2422358 w 2951747"/>
                <a:gd name="connsiteY10" fmla="*/ 593558 h 2903621"/>
                <a:gd name="connsiteX11" fmla="*/ 2374231 w 2951747"/>
                <a:gd name="connsiteY11" fmla="*/ 545432 h 2903621"/>
                <a:gd name="connsiteX12" fmla="*/ 2310063 w 2951747"/>
                <a:gd name="connsiteY12" fmla="*/ 497306 h 2903621"/>
                <a:gd name="connsiteX13" fmla="*/ 2181726 w 2951747"/>
                <a:gd name="connsiteY13" fmla="*/ 368969 h 2903621"/>
                <a:gd name="connsiteX14" fmla="*/ 2117558 w 2951747"/>
                <a:gd name="connsiteY14" fmla="*/ 304800 h 2903621"/>
                <a:gd name="connsiteX15" fmla="*/ 2037347 w 2951747"/>
                <a:gd name="connsiteY15" fmla="*/ 240632 h 2903621"/>
                <a:gd name="connsiteX16" fmla="*/ 1925053 w 2951747"/>
                <a:gd name="connsiteY16" fmla="*/ 128337 h 2903621"/>
                <a:gd name="connsiteX17" fmla="*/ 1748589 w 2951747"/>
                <a:gd name="connsiteY17" fmla="*/ 32085 h 2903621"/>
                <a:gd name="connsiteX18" fmla="*/ 1636295 w 2951747"/>
                <a:gd name="connsiteY18" fmla="*/ 0 h 2903621"/>
                <a:gd name="connsiteX19" fmla="*/ 1299410 w 2951747"/>
                <a:gd name="connsiteY19" fmla="*/ 16043 h 2903621"/>
                <a:gd name="connsiteX20" fmla="*/ 962526 w 2951747"/>
                <a:gd name="connsiteY20" fmla="*/ 176464 h 2903621"/>
                <a:gd name="connsiteX21" fmla="*/ 802105 w 2951747"/>
                <a:gd name="connsiteY21" fmla="*/ 272716 h 2903621"/>
                <a:gd name="connsiteX22" fmla="*/ 705853 w 2951747"/>
                <a:gd name="connsiteY22" fmla="*/ 336885 h 2903621"/>
                <a:gd name="connsiteX23" fmla="*/ 593558 w 2951747"/>
                <a:gd name="connsiteY23" fmla="*/ 401053 h 2903621"/>
                <a:gd name="connsiteX24" fmla="*/ 256674 w 2951747"/>
                <a:gd name="connsiteY24" fmla="*/ 689811 h 2903621"/>
                <a:gd name="connsiteX25" fmla="*/ 192505 w 2951747"/>
                <a:gd name="connsiteY25" fmla="*/ 753979 h 2903621"/>
                <a:gd name="connsiteX26" fmla="*/ 112295 w 2951747"/>
                <a:gd name="connsiteY26" fmla="*/ 882316 h 2903621"/>
                <a:gd name="connsiteX27" fmla="*/ 0 w 2951747"/>
                <a:gd name="connsiteY27" fmla="*/ 1347537 h 2903621"/>
                <a:gd name="connsiteX28" fmla="*/ 48126 w 2951747"/>
                <a:gd name="connsiteY28" fmla="*/ 1748590 h 2903621"/>
                <a:gd name="connsiteX29" fmla="*/ 144379 w 2951747"/>
                <a:gd name="connsiteY29" fmla="*/ 1973179 h 2903621"/>
                <a:gd name="connsiteX30" fmla="*/ 240631 w 2951747"/>
                <a:gd name="connsiteY30" fmla="*/ 2117558 h 2903621"/>
                <a:gd name="connsiteX31" fmla="*/ 288758 w 2951747"/>
                <a:gd name="connsiteY31" fmla="*/ 2261937 h 2903621"/>
                <a:gd name="connsiteX32" fmla="*/ 352926 w 2951747"/>
                <a:gd name="connsiteY32" fmla="*/ 2358190 h 2903621"/>
                <a:gd name="connsiteX33" fmla="*/ 417095 w 2951747"/>
                <a:gd name="connsiteY33" fmla="*/ 2470485 h 2903621"/>
                <a:gd name="connsiteX34" fmla="*/ 673768 w 2951747"/>
                <a:gd name="connsiteY34" fmla="*/ 2727158 h 2903621"/>
                <a:gd name="connsiteX35" fmla="*/ 850231 w 2951747"/>
                <a:gd name="connsiteY35" fmla="*/ 2823411 h 2903621"/>
                <a:gd name="connsiteX36" fmla="*/ 1251284 w 2951747"/>
                <a:gd name="connsiteY36" fmla="*/ 2903621 h 2903621"/>
                <a:gd name="connsiteX37" fmla="*/ 1892968 w 2951747"/>
                <a:gd name="connsiteY37" fmla="*/ 2887579 h 2903621"/>
                <a:gd name="connsiteX38" fmla="*/ 2310063 w 2951747"/>
                <a:gd name="connsiteY38" fmla="*/ 2775285 h 2903621"/>
                <a:gd name="connsiteX39" fmla="*/ 2679031 w 2951747"/>
                <a:gd name="connsiteY39" fmla="*/ 2566737 h 2903621"/>
                <a:gd name="connsiteX40" fmla="*/ 2743200 w 2951747"/>
                <a:gd name="connsiteY40" fmla="*/ 2486527 h 2903621"/>
                <a:gd name="connsiteX41" fmla="*/ 2807368 w 2951747"/>
                <a:gd name="connsiteY41" fmla="*/ 2390274 h 2903621"/>
                <a:gd name="connsiteX42" fmla="*/ 2823410 w 2951747"/>
                <a:gd name="connsiteY42" fmla="*/ 2326106 h 2903621"/>
                <a:gd name="connsiteX43" fmla="*/ 2823410 w 2951747"/>
                <a:gd name="connsiteY43" fmla="*/ 2069432 h 290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51747" h="2903621">
                  <a:moveTo>
                    <a:pt x="2823410" y="2069432"/>
                  </a:moveTo>
                  <a:lnTo>
                    <a:pt x="2823410" y="2069432"/>
                  </a:lnTo>
                  <a:cubicBezTo>
                    <a:pt x="2946292" y="1648122"/>
                    <a:pt x="2916799" y="1816762"/>
                    <a:pt x="2951747" y="1572127"/>
                  </a:cubicBezTo>
                  <a:cubicBezTo>
                    <a:pt x="2946400" y="1497264"/>
                    <a:pt x="2950424" y="1421134"/>
                    <a:pt x="2935705" y="1347537"/>
                  </a:cubicBezTo>
                  <a:cubicBezTo>
                    <a:pt x="2928670" y="1312363"/>
                    <a:pt x="2899838" y="1284996"/>
                    <a:pt x="2887579" y="1251285"/>
                  </a:cubicBezTo>
                  <a:cubicBezTo>
                    <a:pt x="2878261" y="1225660"/>
                    <a:pt x="2880159" y="1196941"/>
                    <a:pt x="2871537" y="1171074"/>
                  </a:cubicBezTo>
                  <a:cubicBezTo>
                    <a:pt x="2846530" y="1096052"/>
                    <a:pt x="2822335" y="1097271"/>
                    <a:pt x="2775284" y="1026695"/>
                  </a:cubicBezTo>
                  <a:cubicBezTo>
                    <a:pt x="2751370" y="990824"/>
                    <a:pt x="2731760" y="952248"/>
                    <a:pt x="2711116" y="914400"/>
                  </a:cubicBezTo>
                  <a:cubicBezTo>
                    <a:pt x="2699665" y="893406"/>
                    <a:pt x="2694174" y="868741"/>
                    <a:pt x="2679031" y="850232"/>
                  </a:cubicBezTo>
                  <a:cubicBezTo>
                    <a:pt x="2679016" y="850214"/>
                    <a:pt x="2504871" y="676072"/>
                    <a:pt x="2486526" y="657727"/>
                  </a:cubicBezTo>
                  <a:lnTo>
                    <a:pt x="2422358" y="593558"/>
                  </a:lnTo>
                  <a:cubicBezTo>
                    <a:pt x="2406316" y="577516"/>
                    <a:pt x="2392381" y="559044"/>
                    <a:pt x="2374231" y="545432"/>
                  </a:cubicBezTo>
                  <a:cubicBezTo>
                    <a:pt x="2352842" y="529390"/>
                    <a:pt x="2329772" y="515373"/>
                    <a:pt x="2310063" y="497306"/>
                  </a:cubicBezTo>
                  <a:cubicBezTo>
                    <a:pt x="2265466" y="456426"/>
                    <a:pt x="2224505" y="411748"/>
                    <a:pt x="2181726" y="368969"/>
                  </a:cubicBezTo>
                  <a:cubicBezTo>
                    <a:pt x="2160337" y="347579"/>
                    <a:pt x="2141179" y="323696"/>
                    <a:pt x="2117558" y="304800"/>
                  </a:cubicBezTo>
                  <a:cubicBezTo>
                    <a:pt x="2090821" y="283411"/>
                    <a:pt x="2062587" y="263769"/>
                    <a:pt x="2037347" y="240632"/>
                  </a:cubicBezTo>
                  <a:cubicBezTo>
                    <a:pt x="1998325" y="204862"/>
                    <a:pt x="1970446" y="155572"/>
                    <a:pt x="1925053" y="128337"/>
                  </a:cubicBezTo>
                  <a:cubicBezTo>
                    <a:pt x="1871889" y="96439"/>
                    <a:pt x="1806228" y="54254"/>
                    <a:pt x="1748589" y="32085"/>
                  </a:cubicBezTo>
                  <a:cubicBezTo>
                    <a:pt x="1712255" y="18110"/>
                    <a:pt x="1673726" y="10695"/>
                    <a:pt x="1636295" y="0"/>
                  </a:cubicBezTo>
                  <a:cubicBezTo>
                    <a:pt x="1524000" y="5348"/>
                    <a:pt x="1409765" y="-5415"/>
                    <a:pt x="1299410" y="16043"/>
                  </a:cubicBezTo>
                  <a:cubicBezTo>
                    <a:pt x="1118494" y="51221"/>
                    <a:pt x="1088024" y="98028"/>
                    <a:pt x="962526" y="176464"/>
                  </a:cubicBezTo>
                  <a:cubicBezTo>
                    <a:pt x="909644" y="209515"/>
                    <a:pt x="854986" y="239665"/>
                    <a:pt x="802105" y="272716"/>
                  </a:cubicBezTo>
                  <a:cubicBezTo>
                    <a:pt x="769406" y="293153"/>
                    <a:pt x="738693" y="316676"/>
                    <a:pt x="705853" y="336885"/>
                  </a:cubicBezTo>
                  <a:cubicBezTo>
                    <a:pt x="669136" y="359480"/>
                    <a:pt x="627458" y="374418"/>
                    <a:pt x="593558" y="401053"/>
                  </a:cubicBezTo>
                  <a:cubicBezTo>
                    <a:pt x="477261" y="492429"/>
                    <a:pt x="361257" y="585230"/>
                    <a:pt x="256674" y="689811"/>
                  </a:cubicBezTo>
                  <a:cubicBezTo>
                    <a:pt x="235284" y="711200"/>
                    <a:pt x="210655" y="729780"/>
                    <a:pt x="192505" y="753979"/>
                  </a:cubicBezTo>
                  <a:cubicBezTo>
                    <a:pt x="162237" y="794337"/>
                    <a:pt x="139032" y="839537"/>
                    <a:pt x="112295" y="882316"/>
                  </a:cubicBezTo>
                  <a:cubicBezTo>
                    <a:pt x="23456" y="1273204"/>
                    <a:pt x="65227" y="1119242"/>
                    <a:pt x="0" y="1347537"/>
                  </a:cubicBezTo>
                  <a:cubicBezTo>
                    <a:pt x="16042" y="1481221"/>
                    <a:pt x="-4913" y="1624833"/>
                    <a:pt x="48126" y="1748590"/>
                  </a:cubicBezTo>
                  <a:cubicBezTo>
                    <a:pt x="80210" y="1823453"/>
                    <a:pt x="99200" y="1905410"/>
                    <a:pt x="144379" y="1973179"/>
                  </a:cubicBezTo>
                  <a:cubicBezTo>
                    <a:pt x="176463" y="2021305"/>
                    <a:pt x="214764" y="2065824"/>
                    <a:pt x="240631" y="2117558"/>
                  </a:cubicBezTo>
                  <a:cubicBezTo>
                    <a:pt x="263318" y="2162932"/>
                    <a:pt x="267305" y="2215967"/>
                    <a:pt x="288758" y="2261937"/>
                  </a:cubicBezTo>
                  <a:cubicBezTo>
                    <a:pt x="305065" y="2296880"/>
                    <a:pt x="332717" y="2325350"/>
                    <a:pt x="352926" y="2358190"/>
                  </a:cubicBezTo>
                  <a:cubicBezTo>
                    <a:pt x="375521" y="2394907"/>
                    <a:pt x="391228" y="2435995"/>
                    <a:pt x="417095" y="2470485"/>
                  </a:cubicBezTo>
                  <a:cubicBezTo>
                    <a:pt x="471026" y="2542394"/>
                    <a:pt x="595993" y="2673944"/>
                    <a:pt x="673768" y="2727158"/>
                  </a:cubicBezTo>
                  <a:cubicBezTo>
                    <a:pt x="729066" y="2764993"/>
                    <a:pt x="788217" y="2798042"/>
                    <a:pt x="850231" y="2823411"/>
                  </a:cubicBezTo>
                  <a:cubicBezTo>
                    <a:pt x="971898" y="2873184"/>
                    <a:pt x="1124798" y="2885552"/>
                    <a:pt x="1251284" y="2903621"/>
                  </a:cubicBezTo>
                  <a:cubicBezTo>
                    <a:pt x="1465179" y="2898274"/>
                    <a:pt x="1679591" y="2903385"/>
                    <a:pt x="1892968" y="2887579"/>
                  </a:cubicBezTo>
                  <a:cubicBezTo>
                    <a:pt x="1986693" y="2880636"/>
                    <a:pt x="2218966" y="2814760"/>
                    <a:pt x="2310063" y="2775285"/>
                  </a:cubicBezTo>
                  <a:cubicBezTo>
                    <a:pt x="2409694" y="2732112"/>
                    <a:pt x="2584709" y="2661059"/>
                    <a:pt x="2679031" y="2566737"/>
                  </a:cubicBezTo>
                  <a:cubicBezTo>
                    <a:pt x="2703242" y="2542526"/>
                    <a:pt x="2723061" y="2514218"/>
                    <a:pt x="2743200" y="2486527"/>
                  </a:cubicBezTo>
                  <a:cubicBezTo>
                    <a:pt x="2765880" y="2455342"/>
                    <a:pt x="2807368" y="2390274"/>
                    <a:pt x="2807368" y="2390274"/>
                  </a:cubicBezTo>
                  <a:cubicBezTo>
                    <a:pt x="2812715" y="2368885"/>
                    <a:pt x="2820292" y="2347932"/>
                    <a:pt x="2823410" y="2326106"/>
                  </a:cubicBezTo>
                  <a:cubicBezTo>
                    <a:pt x="2842646" y="2191460"/>
                    <a:pt x="2823410" y="2112211"/>
                    <a:pt x="2823410" y="20694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5B8A28B-D4E1-FFD5-0CC4-F6C93526B174}"/>
                </a:ext>
              </a:extLst>
            </p:cNvPr>
            <p:cNvSpPr/>
            <p:nvPr/>
          </p:nvSpPr>
          <p:spPr>
            <a:xfrm rot="20467993">
              <a:off x="8759192" y="4434254"/>
              <a:ext cx="332989" cy="20372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7634C4A-5BFB-062A-F87F-F2D409EF4DCA}"/>
                </a:ext>
              </a:extLst>
            </p:cNvPr>
            <p:cNvSpPr/>
            <p:nvPr/>
          </p:nvSpPr>
          <p:spPr>
            <a:xfrm rot="1516185">
              <a:off x="9361394" y="3703074"/>
              <a:ext cx="340024" cy="208034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A3994A4-ABE0-C83E-F626-7F09101F17AC}"/>
                </a:ext>
              </a:extLst>
            </p:cNvPr>
            <p:cNvSpPr/>
            <p:nvPr/>
          </p:nvSpPr>
          <p:spPr>
            <a:xfrm>
              <a:off x="8704480" y="3848073"/>
              <a:ext cx="286475" cy="175271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E1566E-729C-D449-66B6-35810786131A}"/>
                </a:ext>
              </a:extLst>
            </p:cNvPr>
            <p:cNvSpPr/>
            <p:nvPr/>
          </p:nvSpPr>
          <p:spPr>
            <a:xfrm rot="19184411">
              <a:off x="8035913" y="4137723"/>
              <a:ext cx="326245" cy="199603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8DF750E-DC15-4FAC-C439-F9DBBD14AD4B}"/>
                </a:ext>
              </a:extLst>
            </p:cNvPr>
            <p:cNvSpPr/>
            <p:nvPr/>
          </p:nvSpPr>
          <p:spPr>
            <a:xfrm>
              <a:off x="8375211" y="3218342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3D826CC-5201-48B6-FB87-E10211CF28E6}"/>
                </a:ext>
              </a:extLst>
            </p:cNvPr>
            <p:cNvSpPr/>
            <p:nvPr/>
          </p:nvSpPr>
          <p:spPr>
            <a:xfrm rot="19440051">
              <a:off x="9431576" y="3210169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C60E15-C1F5-203E-9F14-1B2469E61FD8}"/>
                </a:ext>
              </a:extLst>
            </p:cNvPr>
            <p:cNvSpPr/>
            <p:nvPr/>
          </p:nvSpPr>
          <p:spPr>
            <a:xfrm>
              <a:off x="8848002" y="3058359"/>
              <a:ext cx="317370" cy="194173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2F2F917-20F6-5807-2832-29CD54F205EB}"/>
                </a:ext>
              </a:extLst>
            </p:cNvPr>
            <p:cNvSpPr/>
            <p:nvPr/>
          </p:nvSpPr>
          <p:spPr>
            <a:xfrm>
              <a:off x="7914425" y="3935709"/>
              <a:ext cx="467978" cy="482602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FB16C80-2278-A731-70B1-BE966517DB09}"/>
                </a:ext>
              </a:extLst>
            </p:cNvPr>
            <p:cNvSpPr/>
            <p:nvPr/>
          </p:nvSpPr>
          <p:spPr>
            <a:xfrm>
              <a:off x="8706227" y="4237525"/>
              <a:ext cx="467978" cy="482602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75461C4-CAD5-46AB-FAD6-02CF60060ABB}"/>
                </a:ext>
              </a:extLst>
            </p:cNvPr>
            <p:cNvSpPr/>
            <p:nvPr/>
          </p:nvSpPr>
          <p:spPr>
            <a:xfrm>
              <a:off x="9295457" y="3543139"/>
              <a:ext cx="471898" cy="486645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4F130F9-0146-2471-CC0A-06CA6F291421}"/>
                </a:ext>
              </a:extLst>
            </p:cNvPr>
            <p:cNvSpPr/>
            <p:nvPr/>
          </p:nvSpPr>
          <p:spPr>
            <a:xfrm>
              <a:off x="8311539" y="2926738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A5AE62D-C090-CE73-650B-A4EDBDCF0344}"/>
                </a:ext>
              </a:extLst>
            </p:cNvPr>
            <p:cNvSpPr/>
            <p:nvPr/>
          </p:nvSpPr>
          <p:spPr>
            <a:xfrm>
              <a:off x="8768055" y="2898870"/>
              <a:ext cx="475311" cy="490165"/>
            </a:xfrm>
            <a:prstGeom prst="ellipse">
              <a:avLst/>
            </a:prstGeom>
            <a:solidFill>
              <a:srgbClr val="92D050">
                <a:alpha val="5882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53D56A0-3A66-326F-8C2A-3E1C0D76465C}"/>
                </a:ext>
              </a:extLst>
            </p:cNvPr>
            <p:cNvSpPr/>
            <p:nvPr/>
          </p:nvSpPr>
          <p:spPr>
            <a:xfrm>
              <a:off x="9323874" y="2976782"/>
              <a:ext cx="581464" cy="599635"/>
            </a:xfrm>
            <a:prstGeom prst="ellipse">
              <a:avLst/>
            </a:prstGeom>
            <a:solidFill>
              <a:srgbClr val="92D050">
                <a:alpha val="7607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4A00DEB-F621-AEE6-59B0-0B069B0DD238}"/>
                </a:ext>
              </a:extLst>
            </p:cNvPr>
            <p:cNvSpPr/>
            <p:nvPr/>
          </p:nvSpPr>
          <p:spPr>
            <a:xfrm>
              <a:off x="8627617" y="3625087"/>
              <a:ext cx="471898" cy="486645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DEB1A7C-B57E-FE11-C6D5-2B99AB7505B8}"/>
                </a:ext>
              </a:extLst>
            </p:cNvPr>
            <p:cNvSpPr/>
            <p:nvPr/>
          </p:nvSpPr>
          <p:spPr>
            <a:xfrm>
              <a:off x="8943855" y="3814353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B745722-8DF8-C4A4-68D5-82A4432F6096}"/>
                </a:ext>
              </a:extLst>
            </p:cNvPr>
            <p:cNvSpPr/>
            <p:nvPr/>
          </p:nvSpPr>
          <p:spPr>
            <a:xfrm>
              <a:off x="8821169" y="3588562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5B5D072-F275-7D95-44F4-2730F6C60765}"/>
                </a:ext>
              </a:extLst>
            </p:cNvPr>
            <p:cNvSpPr/>
            <p:nvPr/>
          </p:nvSpPr>
          <p:spPr>
            <a:xfrm>
              <a:off x="7961234" y="3722856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431FEA4-B554-007A-204B-92CE865DFDE8}"/>
                </a:ext>
              </a:extLst>
            </p:cNvPr>
            <p:cNvSpPr/>
            <p:nvPr/>
          </p:nvSpPr>
          <p:spPr>
            <a:xfrm>
              <a:off x="7844570" y="3446682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7AFD897-F082-962E-3943-9CAD5E28AA97}"/>
                </a:ext>
              </a:extLst>
            </p:cNvPr>
            <p:cNvSpPr/>
            <p:nvPr/>
          </p:nvSpPr>
          <p:spPr>
            <a:xfrm rot="816099">
              <a:off x="9705913" y="3973730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42BFE5-D07B-BBBB-2287-B3D9533CE222}"/>
                </a:ext>
              </a:extLst>
            </p:cNvPr>
            <p:cNvSpPr/>
            <p:nvPr/>
          </p:nvSpPr>
          <p:spPr>
            <a:xfrm>
              <a:off x="9653408" y="3742623"/>
              <a:ext cx="581464" cy="599635"/>
            </a:xfrm>
            <a:prstGeom prst="ellipse">
              <a:avLst/>
            </a:prstGeom>
            <a:solidFill>
              <a:srgbClr val="92D050">
                <a:alpha val="7607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92F404D-8031-4C24-5401-7716A791465B}"/>
                </a:ext>
              </a:extLst>
            </p:cNvPr>
            <p:cNvSpPr/>
            <p:nvPr/>
          </p:nvSpPr>
          <p:spPr>
            <a:xfrm rot="19528008">
              <a:off x="9224310" y="4531823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41997CA-00A7-D0F3-C33E-8E28E11575DC}"/>
                </a:ext>
              </a:extLst>
            </p:cNvPr>
            <p:cNvSpPr/>
            <p:nvPr/>
          </p:nvSpPr>
          <p:spPr>
            <a:xfrm>
              <a:off x="9106281" y="4311260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5B53C15-77DC-78FA-3341-E7ED9CB783FB}"/>
                </a:ext>
              </a:extLst>
            </p:cNvPr>
            <p:cNvSpPr/>
            <p:nvPr/>
          </p:nvSpPr>
          <p:spPr>
            <a:xfrm>
              <a:off x="8329438" y="4570406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460B42D-C219-3138-4807-3D074DFA21F4}"/>
                </a:ext>
              </a:extLst>
            </p:cNvPr>
            <p:cNvSpPr/>
            <p:nvPr/>
          </p:nvSpPr>
          <p:spPr>
            <a:xfrm>
              <a:off x="8251483" y="4311259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912ADE-54A2-EA56-548F-013E01F7CC99}"/>
              </a:ext>
            </a:extLst>
          </p:cNvPr>
          <p:cNvSpPr/>
          <p:nvPr/>
        </p:nvSpPr>
        <p:spPr>
          <a:xfrm>
            <a:off x="6448925" y="793416"/>
            <a:ext cx="4812632" cy="5093368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43CA18-56D5-C25B-07C1-3CBEF49978F3}"/>
              </a:ext>
            </a:extLst>
          </p:cNvPr>
          <p:cNvSpPr/>
          <p:nvPr/>
        </p:nvSpPr>
        <p:spPr>
          <a:xfrm>
            <a:off x="6476685" y="735836"/>
            <a:ext cx="4742738" cy="1374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02EAE08-6D45-4D04-6F0A-7AE535DBF420}"/>
              </a:ext>
            </a:extLst>
          </p:cNvPr>
          <p:cNvSpPr/>
          <p:nvPr/>
        </p:nvSpPr>
        <p:spPr>
          <a:xfrm>
            <a:off x="6273524" y="288866"/>
            <a:ext cx="5341533" cy="1374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27AD83-836F-F25B-D166-ACC18FC118AC}"/>
              </a:ext>
            </a:extLst>
          </p:cNvPr>
          <p:cNvSpPr txBox="1"/>
          <p:nvPr/>
        </p:nvSpPr>
        <p:spPr>
          <a:xfrm>
            <a:off x="7575278" y="2457432"/>
            <a:ext cx="73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284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63662A8-8CD5-62F2-503E-47177657814E}"/>
              </a:ext>
            </a:extLst>
          </p:cNvPr>
          <p:cNvSpPr/>
          <p:nvPr/>
        </p:nvSpPr>
        <p:spPr>
          <a:xfrm>
            <a:off x="8082349" y="2660706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8977D0E-6F82-8EE7-A884-7D8532D60913}"/>
              </a:ext>
            </a:extLst>
          </p:cNvPr>
          <p:cNvSpPr/>
          <p:nvPr/>
        </p:nvSpPr>
        <p:spPr>
          <a:xfrm>
            <a:off x="8400072" y="2785971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F64DFC-DEBA-493F-B795-9D146894AF22}"/>
              </a:ext>
            </a:extLst>
          </p:cNvPr>
          <p:cNvSpPr txBox="1"/>
          <p:nvPr/>
        </p:nvSpPr>
        <p:spPr>
          <a:xfrm>
            <a:off x="8430733" y="2589053"/>
            <a:ext cx="5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FCCD66-EC48-1954-FA5E-2F36F0A3CFEE}"/>
              </a:ext>
            </a:extLst>
          </p:cNvPr>
          <p:cNvSpPr txBox="1"/>
          <p:nvPr/>
        </p:nvSpPr>
        <p:spPr>
          <a:xfrm>
            <a:off x="7751489" y="3077316"/>
            <a:ext cx="5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D3F6A4C-1CA4-FD1B-FE5D-932B4E8536AF}"/>
              </a:ext>
            </a:extLst>
          </p:cNvPr>
          <p:cNvSpPr/>
          <p:nvPr/>
        </p:nvSpPr>
        <p:spPr>
          <a:xfrm>
            <a:off x="8064892" y="3100050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1D0503-569F-FC15-1565-1C8E2C58D243}"/>
              </a:ext>
            </a:extLst>
          </p:cNvPr>
          <p:cNvSpPr txBox="1"/>
          <p:nvPr/>
        </p:nvSpPr>
        <p:spPr>
          <a:xfrm>
            <a:off x="8351969" y="3007293"/>
            <a:ext cx="5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7ABA052-DF72-1B0D-F7E7-C14BE014424D}"/>
              </a:ext>
            </a:extLst>
          </p:cNvPr>
          <p:cNvSpPr/>
          <p:nvPr/>
        </p:nvSpPr>
        <p:spPr>
          <a:xfrm>
            <a:off x="8614071" y="3293236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16EAAB-6970-01DF-04DE-3CD65D45FF17}"/>
              </a:ext>
            </a:extLst>
          </p:cNvPr>
          <p:cNvSpPr txBox="1"/>
          <p:nvPr/>
        </p:nvSpPr>
        <p:spPr>
          <a:xfrm>
            <a:off x="7947368" y="3516466"/>
            <a:ext cx="5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596EEB-E3AF-20C3-AB17-D165B475151F}"/>
              </a:ext>
            </a:extLst>
          </p:cNvPr>
          <p:cNvSpPr/>
          <p:nvPr/>
        </p:nvSpPr>
        <p:spPr>
          <a:xfrm>
            <a:off x="8161706" y="3788489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3690B3-1AB7-634E-54F0-FB81013BDF23}"/>
              </a:ext>
            </a:extLst>
          </p:cNvPr>
          <p:cNvSpPr txBox="1"/>
          <p:nvPr/>
        </p:nvSpPr>
        <p:spPr>
          <a:xfrm>
            <a:off x="9344708" y="3069250"/>
            <a:ext cx="5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1181B99-94C6-951C-EEFE-E97D3EB342DE}"/>
              </a:ext>
            </a:extLst>
          </p:cNvPr>
          <p:cNvSpPr/>
          <p:nvPr/>
        </p:nvSpPr>
        <p:spPr>
          <a:xfrm>
            <a:off x="9519296" y="3355463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51321B8-6738-FA57-3553-E48943F57B3B}"/>
              </a:ext>
            </a:extLst>
          </p:cNvPr>
          <p:cNvSpPr/>
          <p:nvPr/>
        </p:nvSpPr>
        <p:spPr>
          <a:xfrm>
            <a:off x="8939181" y="3544192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94FE05-70D6-6CA0-3FAC-88A702766F5A}"/>
              </a:ext>
            </a:extLst>
          </p:cNvPr>
          <p:cNvSpPr txBox="1"/>
          <p:nvPr/>
        </p:nvSpPr>
        <p:spPr>
          <a:xfrm>
            <a:off x="8919502" y="3362501"/>
            <a:ext cx="5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112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AC126DC-8ED7-2D31-2964-4C8F087D988E}"/>
              </a:ext>
            </a:extLst>
          </p:cNvPr>
          <p:cNvSpPr/>
          <p:nvPr/>
        </p:nvSpPr>
        <p:spPr>
          <a:xfrm>
            <a:off x="802270" y="828398"/>
            <a:ext cx="4800677" cy="5093368"/>
          </a:xfrm>
          <a:prstGeom prst="roundRect">
            <a:avLst>
              <a:gd name="adj" fmla="val 16758"/>
            </a:avLst>
          </a:prstGeom>
          <a:solidFill>
            <a:schemeClr val="accent5">
              <a:lumMod val="20000"/>
              <a:lumOff val="8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184D2EF-973B-1BEB-8799-30DE607C0843}"/>
              </a:ext>
            </a:extLst>
          </p:cNvPr>
          <p:cNvSpPr/>
          <p:nvPr/>
        </p:nvSpPr>
        <p:spPr>
          <a:xfrm>
            <a:off x="449346" y="618418"/>
            <a:ext cx="5630779" cy="1069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48E193-058F-AB7F-3BB2-A7A1F803946D}"/>
              </a:ext>
            </a:extLst>
          </p:cNvPr>
          <p:cNvGrpSpPr/>
          <p:nvPr/>
        </p:nvGrpSpPr>
        <p:grpSpPr>
          <a:xfrm>
            <a:off x="1862756" y="2492654"/>
            <a:ext cx="2951747" cy="2903621"/>
            <a:chOff x="7509410" y="2394172"/>
            <a:chExt cx="2951747" cy="2903621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D92CA94-BD4E-1890-5D18-F2BAE14C0053}"/>
                </a:ext>
              </a:extLst>
            </p:cNvPr>
            <p:cNvSpPr/>
            <p:nvPr/>
          </p:nvSpPr>
          <p:spPr>
            <a:xfrm>
              <a:off x="7509410" y="2394172"/>
              <a:ext cx="2951747" cy="2903621"/>
            </a:xfrm>
            <a:custGeom>
              <a:avLst/>
              <a:gdLst>
                <a:gd name="connsiteX0" fmla="*/ 2823410 w 2951747"/>
                <a:gd name="connsiteY0" fmla="*/ 2069432 h 2903621"/>
                <a:gd name="connsiteX1" fmla="*/ 2823410 w 2951747"/>
                <a:gd name="connsiteY1" fmla="*/ 2069432 h 2903621"/>
                <a:gd name="connsiteX2" fmla="*/ 2951747 w 2951747"/>
                <a:gd name="connsiteY2" fmla="*/ 1572127 h 2903621"/>
                <a:gd name="connsiteX3" fmla="*/ 2935705 w 2951747"/>
                <a:gd name="connsiteY3" fmla="*/ 1347537 h 2903621"/>
                <a:gd name="connsiteX4" fmla="*/ 2887579 w 2951747"/>
                <a:gd name="connsiteY4" fmla="*/ 1251285 h 2903621"/>
                <a:gd name="connsiteX5" fmla="*/ 2871537 w 2951747"/>
                <a:gd name="connsiteY5" fmla="*/ 1171074 h 2903621"/>
                <a:gd name="connsiteX6" fmla="*/ 2775284 w 2951747"/>
                <a:gd name="connsiteY6" fmla="*/ 1026695 h 2903621"/>
                <a:gd name="connsiteX7" fmla="*/ 2711116 w 2951747"/>
                <a:gd name="connsiteY7" fmla="*/ 914400 h 2903621"/>
                <a:gd name="connsiteX8" fmla="*/ 2679031 w 2951747"/>
                <a:gd name="connsiteY8" fmla="*/ 850232 h 2903621"/>
                <a:gd name="connsiteX9" fmla="*/ 2486526 w 2951747"/>
                <a:gd name="connsiteY9" fmla="*/ 657727 h 2903621"/>
                <a:gd name="connsiteX10" fmla="*/ 2422358 w 2951747"/>
                <a:gd name="connsiteY10" fmla="*/ 593558 h 2903621"/>
                <a:gd name="connsiteX11" fmla="*/ 2374231 w 2951747"/>
                <a:gd name="connsiteY11" fmla="*/ 545432 h 2903621"/>
                <a:gd name="connsiteX12" fmla="*/ 2310063 w 2951747"/>
                <a:gd name="connsiteY12" fmla="*/ 497306 h 2903621"/>
                <a:gd name="connsiteX13" fmla="*/ 2181726 w 2951747"/>
                <a:gd name="connsiteY13" fmla="*/ 368969 h 2903621"/>
                <a:gd name="connsiteX14" fmla="*/ 2117558 w 2951747"/>
                <a:gd name="connsiteY14" fmla="*/ 304800 h 2903621"/>
                <a:gd name="connsiteX15" fmla="*/ 2037347 w 2951747"/>
                <a:gd name="connsiteY15" fmla="*/ 240632 h 2903621"/>
                <a:gd name="connsiteX16" fmla="*/ 1925053 w 2951747"/>
                <a:gd name="connsiteY16" fmla="*/ 128337 h 2903621"/>
                <a:gd name="connsiteX17" fmla="*/ 1748589 w 2951747"/>
                <a:gd name="connsiteY17" fmla="*/ 32085 h 2903621"/>
                <a:gd name="connsiteX18" fmla="*/ 1636295 w 2951747"/>
                <a:gd name="connsiteY18" fmla="*/ 0 h 2903621"/>
                <a:gd name="connsiteX19" fmla="*/ 1299410 w 2951747"/>
                <a:gd name="connsiteY19" fmla="*/ 16043 h 2903621"/>
                <a:gd name="connsiteX20" fmla="*/ 962526 w 2951747"/>
                <a:gd name="connsiteY20" fmla="*/ 176464 h 2903621"/>
                <a:gd name="connsiteX21" fmla="*/ 802105 w 2951747"/>
                <a:gd name="connsiteY21" fmla="*/ 272716 h 2903621"/>
                <a:gd name="connsiteX22" fmla="*/ 705853 w 2951747"/>
                <a:gd name="connsiteY22" fmla="*/ 336885 h 2903621"/>
                <a:gd name="connsiteX23" fmla="*/ 593558 w 2951747"/>
                <a:gd name="connsiteY23" fmla="*/ 401053 h 2903621"/>
                <a:gd name="connsiteX24" fmla="*/ 256674 w 2951747"/>
                <a:gd name="connsiteY24" fmla="*/ 689811 h 2903621"/>
                <a:gd name="connsiteX25" fmla="*/ 192505 w 2951747"/>
                <a:gd name="connsiteY25" fmla="*/ 753979 h 2903621"/>
                <a:gd name="connsiteX26" fmla="*/ 112295 w 2951747"/>
                <a:gd name="connsiteY26" fmla="*/ 882316 h 2903621"/>
                <a:gd name="connsiteX27" fmla="*/ 0 w 2951747"/>
                <a:gd name="connsiteY27" fmla="*/ 1347537 h 2903621"/>
                <a:gd name="connsiteX28" fmla="*/ 48126 w 2951747"/>
                <a:gd name="connsiteY28" fmla="*/ 1748590 h 2903621"/>
                <a:gd name="connsiteX29" fmla="*/ 144379 w 2951747"/>
                <a:gd name="connsiteY29" fmla="*/ 1973179 h 2903621"/>
                <a:gd name="connsiteX30" fmla="*/ 240631 w 2951747"/>
                <a:gd name="connsiteY30" fmla="*/ 2117558 h 2903621"/>
                <a:gd name="connsiteX31" fmla="*/ 288758 w 2951747"/>
                <a:gd name="connsiteY31" fmla="*/ 2261937 h 2903621"/>
                <a:gd name="connsiteX32" fmla="*/ 352926 w 2951747"/>
                <a:gd name="connsiteY32" fmla="*/ 2358190 h 2903621"/>
                <a:gd name="connsiteX33" fmla="*/ 417095 w 2951747"/>
                <a:gd name="connsiteY33" fmla="*/ 2470485 h 2903621"/>
                <a:gd name="connsiteX34" fmla="*/ 673768 w 2951747"/>
                <a:gd name="connsiteY34" fmla="*/ 2727158 h 2903621"/>
                <a:gd name="connsiteX35" fmla="*/ 850231 w 2951747"/>
                <a:gd name="connsiteY35" fmla="*/ 2823411 h 2903621"/>
                <a:gd name="connsiteX36" fmla="*/ 1251284 w 2951747"/>
                <a:gd name="connsiteY36" fmla="*/ 2903621 h 2903621"/>
                <a:gd name="connsiteX37" fmla="*/ 1892968 w 2951747"/>
                <a:gd name="connsiteY37" fmla="*/ 2887579 h 2903621"/>
                <a:gd name="connsiteX38" fmla="*/ 2310063 w 2951747"/>
                <a:gd name="connsiteY38" fmla="*/ 2775285 h 2903621"/>
                <a:gd name="connsiteX39" fmla="*/ 2679031 w 2951747"/>
                <a:gd name="connsiteY39" fmla="*/ 2566737 h 2903621"/>
                <a:gd name="connsiteX40" fmla="*/ 2743200 w 2951747"/>
                <a:gd name="connsiteY40" fmla="*/ 2486527 h 2903621"/>
                <a:gd name="connsiteX41" fmla="*/ 2807368 w 2951747"/>
                <a:gd name="connsiteY41" fmla="*/ 2390274 h 2903621"/>
                <a:gd name="connsiteX42" fmla="*/ 2823410 w 2951747"/>
                <a:gd name="connsiteY42" fmla="*/ 2326106 h 2903621"/>
                <a:gd name="connsiteX43" fmla="*/ 2823410 w 2951747"/>
                <a:gd name="connsiteY43" fmla="*/ 2069432 h 290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951747" h="2903621">
                  <a:moveTo>
                    <a:pt x="2823410" y="2069432"/>
                  </a:moveTo>
                  <a:lnTo>
                    <a:pt x="2823410" y="2069432"/>
                  </a:lnTo>
                  <a:cubicBezTo>
                    <a:pt x="2946292" y="1648122"/>
                    <a:pt x="2916799" y="1816762"/>
                    <a:pt x="2951747" y="1572127"/>
                  </a:cubicBezTo>
                  <a:cubicBezTo>
                    <a:pt x="2946400" y="1497264"/>
                    <a:pt x="2950424" y="1421134"/>
                    <a:pt x="2935705" y="1347537"/>
                  </a:cubicBezTo>
                  <a:cubicBezTo>
                    <a:pt x="2928670" y="1312363"/>
                    <a:pt x="2899838" y="1284996"/>
                    <a:pt x="2887579" y="1251285"/>
                  </a:cubicBezTo>
                  <a:cubicBezTo>
                    <a:pt x="2878261" y="1225660"/>
                    <a:pt x="2880159" y="1196941"/>
                    <a:pt x="2871537" y="1171074"/>
                  </a:cubicBezTo>
                  <a:cubicBezTo>
                    <a:pt x="2846530" y="1096052"/>
                    <a:pt x="2822335" y="1097271"/>
                    <a:pt x="2775284" y="1026695"/>
                  </a:cubicBezTo>
                  <a:cubicBezTo>
                    <a:pt x="2751370" y="990824"/>
                    <a:pt x="2731760" y="952248"/>
                    <a:pt x="2711116" y="914400"/>
                  </a:cubicBezTo>
                  <a:cubicBezTo>
                    <a:pt x="2699665" y="893406"/>
                    <a:pt x="2694174" y="868741"/>
                    <a:pt x="2679031" y="850232"/>
                  </a:cubicBezTo>
                  <a:cubicBezTo>
                    <a:pt x="2679016" y="850214"/>
                    <a:pt x="2504871" y="676072"/>
                    <a:pt x="2486526" y="657727"/>
                  </a:cubicBezTo>
                  <a:lnTo>
                    <a:pt x="2422358" y="593558"/>
                  </a:lnTo>
                  <a:cubicBezTo>
                    <a:pt x="2406316" y="577516"/>
                    <a:pt x="2392381" y="559044"/>
                    <a:pt x="2374231" y="545432"/>
                  </a:cubicBezTo>
                  <a:cubicBezTo>
                    <a:pt x="2352842" y="529390"/>
                    <a:pt x="2329772" y="515373"/>
                    <a:pt x="2310063" y="497306"/>
                  </a:cubicBezTo>
                  <a:cubicBezTo>
                    <a:pt x="2265466" y="456426"/>
                    <a:pt x="2224505" y="411748"/>
                    <a:pt x="2181726" y="368969"/>
                  </a:cubicBezTo>
                  <a:cubicBezTo>
                    <a:pt x="2160337" y="347579"/>
                    <a:pt x="2141179" y="323696"/>
                    <a:pt x="2117558" y="304800"/>
                  </a:cubicBezTo>
                  <a:cubicBezTo>
                    <a:pt x="2090821" y="283411"/>
                    <a:pt x="2062587" y="263769"/>
                    <a:pt x="2037347" y="240632"/>
                  </a:cubicBezTo>
                  <a:cubicBezTo>
                    <a:pt x="1998325" y="204862"/>
                    <a:pt x="1970446" y="155572"/>
                    <a:pt x="1925053" y="128337"/>
                  </a:cubicBezTo>
                  <a:cubicBezTo>
                    <a:pt x="1871889" y="96439"/>
                    <a:pt x="1806228" y="54254"/>
                    <a:pt x="1748589" y="32085"/>
                  </a:cubicBezTo>
                  <a:cubicBezTo>
                    <a:pt x="1712255" y="18110"/>
                    <a:pt x="1673726" y="10695"/>
                    <a:pt x="1636295" y="0"/>
                  </a:cubicBezTo>
                  <a:cubicBezTo>
                    <a:pt x="1524000" y="5348"/>
                    <a:pt x="1409765" y="-5415"/>
                    <a:pt x="1299410" y="16043"/>
                  </a:cubicBezTo>
                  <a:cubicBezTo>
                    <a:pt x="1118494" y="51221"/>
                    <a:pt x="1088024" y="98028"/>
                    <a:pt x="962526" y="176464"/>
                  </a:cubicBezTo>
                  <a:cubicBezTo>
                    <a:pt x="909644" y="209515"/>
                    <a:pt x="854986" y="239665"/>
                    <a:pt x="802105" y="272716"/>
                  </a:cubicBezTo>
                  <a:cubicBezTo>
                    <a:pt x="769406" y="293153"/>
                    <a:pt x="738693" y="316676"/>
                    <a:pt x="705853" y="336885"/>
                  </a:cubicBezTo>
                  <a:cubicBezTo>
                    <a:pt x="669136" y="359480"/>
                    <a:pt x="627458" y="374418"/>
                    <a:pt x="593558" y="401053"/>
                  </a:cubicBezTo>
                  <a:cubicBezTo>
                    <a:pt x="477261" y="492429"/>
                    <a:pt x="361257" y="585230"/>
                    <a:pt x="256674" y="689811"/>
                  </a:cubicBezTo>
                  <a:cubicBezTo>
                    <a:pt x="235284" y="711200"/>
                    <a:pt x="210655" y="729780"/>
                    <a:pt x="192505" y="753979"/>
                  </a:cubicBezTo>
                  <a:cubicBezTo>
                    <a:pt x="162237" y="794337"/>
                    <a:pt x="139032" y="839537"/>
                    <a:pt x="112295" y="882316"/>
                  </a:cubicBezTo>
                  <a:cubicBezTo>
                    <a:pt x="23456" y="1273204"/>
                    <a:pt x="65227" y="1119242"/>
                    <a:pt x="0" y="1347537"/>
                  </a:cubicBezTo>
                  <a:cubicBezTo>
                    <a:pt x="16042" y="1481221"/>
                    <a:pt x="-4913" y="1624833"/>
                    <a:pt x="48126" y="1748590"/>
                  </a:cubicBezTo>
                  <a:cubicBezTo>
                    <a:pt x="80210" y="1823453"/>
                    <a:pt x="99200" y="1905410"/>
                    <a:pt x="144379" y="1973179"/>
                  </a:cubicBezTo>
                  <a:cubicBezTo>
                    <a:pt x="176463" y="2021305"/>
                    <a:pt x="214764" y="2065824"/>
                    <a:pt x="240631" y="2117558"/>
                  </a:cubicBezTo>
                  <a:cubicBezTo>
                    <a:pt x="263318" y="2162932"/>
                    <a:pt x="267305" y="2215967"/>
                    <a:pt x="288758" y="2261937"/>
                  </a:cubicBezTo>
                  <a:cubicBezTo>
                    <a:pt x="305065" y="2296880"/>
                    <a:pt x="332717" y="2325350"/>
                    <a:pt x="352926" y="2358190"/>
                  </a:cubicBezTo>
                  <a:cubicBezTo>
                    <a:pt x="375521" y="2394907"/>
                    <a:pt x="391228" y="2435995"/>
                    <a:pt x="417095" y="2470485"/>
                  </a:cubicBezTo>
                  <a:cubicBezTo>
                    <a:pt x="471026" y="2542394"/>
                    <a:pt x="595993" y="2673944"/>
                    <a:pt x="673768" y="2727158"/>
                  </a:cubicBezTo>
                  <a:cubicBezTo>
                    <a:pt x="729066" y="2764993"/>
                    <a:pt x="788217" y="2798042"/>
                    <a:pt x="850231" y="2823411"/>
                  </a:cubicBezTo>
                  <a:cubicBezTo>
                    <a:pt x="971898" y="2873184"/>
                    <a:pt x="1124798" y="2885552"/>
                    <a:pt x="1251284" y="2903621"/>
                  </a:cubicBezTo>
                  <a:cubicBezTo>
                    <a:pt x="1465179" y="2898274"/>
                    <a:pt x="1679591" y="2903385"/>
                    <a:pt x="1892968" y="2887579"/>
                  </a:cubicBezTo>
                  <a:cubicBezTo>
                    <a:pt x="1986693" y="2880636"/>
                    <a:pt x="2218966" y="2814760"/>
                    <a:pt x="2310063" y="2775285"/>
                  </a:cubicBezTo>
                  <a:cubicBezTo>
                    <a:pt x="2409694" y="2732112"/>
                    <a:pt x="2584709" y="2661059"/>
                    <a:pt x="2679031" y="2566737"/>
                  </a:cubicBezTo>
                  <a:cubicBezTo>
                    <a:pt x="2703242" y="2542526"/>
                    <a:pt x="2723061" y="2514218"/>
                    <a:pt x="2743200" y="2486527"/>
                  </a:cubicBezTo>
                  <a:cubicBezTo>
                    <a:pt x="2765880" y="2455342"/>
                    <a:pt x="2807368" y="2390274"/>
                    <a:pt x="2807368" y="2390274"/>
                  </a:cubicBezTo>
                  <a:cubicBezTo>
                    <a:pt x="2812715" y="2368885"/>
                    <a:pt x="2820292" y="2347932"/>
                    <a:pt x="2823410" y="2326106"/>
                  </a:cubicBezTo>
                  <a:cubicBezTo>
                    <a:pt x="2842646" y="2191460"/>
                    <a:pt x="2823410" y="2112211"/>
                    <a:pt x="2823410" y="20694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C1BB728-28B2-ADC0-A33D-6100E3AD8434}"/>
                </a:ext>
              </a:extLst>
            </p:cNvPr>
            <p:cNvSpPr/>
            <p:nvPr/>
          </p:nvSpPr>
          <p:spPr>
            <a:xfrm rot="20467993">
              <a:off x="8759192" y="4434254"/>
              <a:ext cx="332989" cy="20372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2474FF6-C913-63C8-86BB-672D7FFFD857}"/>
                </a:ext>
              </a:extLst>
            </p:cNvPr>
            <p:cNvSpPr/>
            <p:nvPr/>
          </p:nvSpPr>
          <p:spPr>
            <a:xfrm rot="1516185">
              <a:off x="9361394" y="3703074"/>
              <a:ext cx="340024" cy="208034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49AB6DF-95C1-B27D-224F-994371206BE9}"/>
                </a:ext>
              </a:extLst>
            </p:cNvPr>
            <p:cNvSpPr/>
            <p:nvPr/>
          </p:nvSpPr>
          <p:spPr>
            <a:xfrm>
              <a:off x="8704480" y="3848073"/>
              <a:ext cx="286475" cy="175271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D3FD646-69BB-A318-CC23-03F80230A43C}"/>
                </a:ext>
              </a:extLst>
            </p:cNvPr>
            <p:cNvSpPr/>
            <p:nvPr/>
          </p:nvSpPr>
          <p:spPr>
            <a:xfrm rot="19184411">
              <a:off x="8035913" y="4137723"/>
              <a:ext cx="326245" cy="199603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6FDD7A1-0623-4F9A-D624-C18969D7DFCA}"/>
                </a:ext>
              </a:extLst>
            </p:cNvPr>
            <p:cNvSpPr/>
            <p:nvPr/>
          </p:nvSpPr>
          <p:spPr>
            <a:xfrm>
              <a:off x="8375211" y="3218342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675A66F-F904-12FC-B4E1-1D2EC13F74A1}"/>
                </a:ext>
              </a:extLst>
            </p:cNvPr>
            <p:cNvSpPr/>
            <p:nvPr/>
          </p:nvSpPr>
          <p:spPr>
            <a:xfrm rot="19440051">
              <a:off x="9431576" y="3210169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D1D2FC0-F54C-06A5-5772-D38B05CF4D8F}"/>
                </a:ext>
              </a:extLst>
            </p:cNvPr>
            <p:cNvSpPr/>
            <p:nvPr/>
          </p:nvSpPr>
          <p:spPr>
            <a:xfrm>
              <a:off x="8848002" y="3058359"/>
              <a:ext cx="317370" cy="194173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EE2A421-4F42-E509-7F37-7760C0F79F29}"/>
                </a:ext>
              </a:extLst>
            </p:cNvPr>
            <p:cNvSpPr/>
            <p:nvPr/>
          </p:nvSpPr>
          <p:spPr>
            <a:xfrm>
              <a:off x="7914425" y="3935709"/>
              <a:ext cx="467978" cy="482602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29B31008-1A0F-038A-73BC-42F8CA2E6D0D}"/>
                </a:ext>
              </a:extLst>
            </p:cNvPr>
            <p:cNvSpPr/>
            <p:nvPr/>
          </p:nvSpPr>
          <p:spPr>
            <a:xfrm>
              <a:off x="8706227" y="4237525"/>
              <a:ext cx="467978" cy="482602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3DD221B-DE1E-BABB-FD9C-0D10666A7010}"/>
                </a:ext>
              </a:extLst>
            </p:cNvPr>
            <p:cNvSpPr/>
            <p:nvPr/>
          </p:nvSpPr>
          <p:spPr>
            <a:xfrm>
              <a:off x="9295457" y="3543139"/>
              <a:ext cx="471898" cy="486645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F3A08D5-0AD0-DDD1-3494-07B082EA320B}"/>
                </a:ext>
              </a:extLst>
            </p:cNvPr>
            <p:cNvSpPr/>
            <p:nvPr/>
          </p:nvSpPr>
          <p:spPr>
            <a:xfrm>
              <a:off x="8311539" y="2926738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9EA7C11-79BD-5360-ED55-9AA4506D2A1E}"/>
                </a:ext>
              </a:extLst>
            </p:cNvPr>
            <p:cNvSpPr/>
            <p:nvPr/>
          </p:nvSpPr>
          <p:spPr>
            <a:xfrm>
              <a:off x="8768055" y="2898870"/>
              <a:ext cx="475311" cy="490165"/>
            </a:xfrm>
            <a:prstGeom prst="ellipse">
              <a:avLst/>
            </a:prstGeom>
            <a:solidFill>
              <a:srgbClr val="92D050">
                <a:alpha val="5882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EFCA5A8-D75B-CB4A-7F80-B015C6C4D496}"/>
                </a:ext>
              </a:extLst>
            </p:cNvPr>
            <p:cNvSpPr/>
            <p:nvPr/>
          </p:nvSpPr>
          <p:spPr>
            <a:xfrm>
              <a:off x="9323874" y="2976782"/>
              <a:ext cx="581464" cy="599635"/>
            </a:xfrm>
            <a:prstGeom prst="ellipse">
              <a:avLst/>
            </a:prstGeom>
            <a:solidFill>
              <a:srgbClr val="92D050">
                <a:alpha val="7607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B0A227C-7E11-901C-6A20-C892D7CB6734}"/>
                </a:ext>
              </a:extLst>
            </p:cNvPr>
            <p:cNvSpPr/>
            <p:nvPr/>
          </p:nvSpPr>
          <p:spPr>
            <a:xfrm>
              <a:off x="8627617" y="3625087"/>
              <a:ext cx="471898" cy="486645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DA510CA-57D9-8042-EAF3-86040DE3B560}"/>
                </a:ext>
              </a:extLst>
            </p:cNvPr>
            <p:cNvSpPr/>
            <p:nvPr/>
          </p:nvSpPr>
          <p:spPr>
            <a:xfrm>
              <a:off x="8943855" y="3814353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675A912-6BAB-F7E7-8065-A7C234F86294}"/>
                </a:ext>
              </a:extLst>
            </p:cNvPr>
            <p:cNvSpPr/>
            <p:nvPr/>
          </p:nvSpPr>
          <p:spPr>
            <a:xfrm>
              <a:off x="8821169" y="3588562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C382B2C-2309-6132-BD61-60DB8490CD5E}"/>
                </a:ext>
              </a:extLst>
            </p:cNvPr>
            <p:cNvSpPr/>
            <p:nvPr/>
          </p:nvSpPr>
          <p:spPr>
            <a:xfrm>
              <a:off x="7961234" y="3722856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F1C995A-0641-99A6-79D7-C0145CB518AE}"/>
                </a:ext>
              </a:extLst>
            </p:cNvPr>
            <p:cNvSpPr/>
            <p:nvPr/>
          </p:nvSpPr>
          <p:spPr>
            <a:xfrm>
              <a:off x="7844570" y="3446682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A1E6435-177B-40A4-DDA5-91A0B1EFB5E4}"/>
                </a:ext>
              </a:extLst>
            </p:cNvPr>
            <p:cNvSpPr/>
            <p:nvPr/>
          </p:nvSpPr>
          <p:spPr>
            <a:xfrm rot="816099">
              <a:off x="9705913" y="3973730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07ACA87-6CAE-7963-7C5B-32EDC1DFB675}"/>
                </a:ext>
              </a:extLst>
            </p:cNvPr>
            <p:cNvSpPr/>
            <p:nvPr/>
          </p:nvSpPr>
          <p:spPr>
            <a:xfrm>
              <a:off x="9653408" y="3742623"/>
              <a:ext cx="581464" cy="599635"/>
            </a:xfrm>
            <a:prstGeom prst="ellipse">
              <a:avLst/>
            </a:prstGeom>
            <a:solidFill>
              <a:srgbClr val="92D050">
                <a:alpha val="7607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210CEB6-9EFC-F418-F1CE-30776AAA9C46}"/>
                </a:ext>
              </a:extLst>
            </p:cNvPr>
            <p:cNvSpPr/>
            <p:nvPr/>
          </p:nvSpPr>
          <p:spPr>
            <a:xfrm rot="19528008">
              <a:off x="9224310" y="4531823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B1D57EB3-ABE2-6593-3ADA-889856E930B3}"/>
                </a:ext>
              </a:extLst>
            </p:cNvPr>
            <p:cNvSpPr/>
            <p:nvPr/>
          </p:nvSpPr>
          <p:spPr>
            <a:xfrm>
              <a:off x="9106281" y="4311260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53098C5-842B-D443-94F7-17F710108D74}"/>
                </a:ext>
              </a:extLst>
            </p:cNvPr>
            <p:cNvSpPr/>
            <p:nvPr/>
          </p:nvSpPr>
          <p:spPr>
            <a:xfrm>
              <a:off x="8329438" y="4570406"/>
              <a:ext cx="469499" cy="287249"/>
            </a:xfrm>
            <a:custGeom>
              <a:avLst/>
              <a:gdLst>
                <a:gd name="connsiteX0" fmla="*/ 83794 w 883853"/>
                <a:gd name="connsiteY0" fmla="*/ 90185 h 540759"/>
                <a:gd name="connsiteX1" fmla="*/ 83794 w 883853"/>
                <a:gd name="connsiteY1" fmla="*/ 90185 h 540759"/>
                <a:gd name="connsiteX2" fmla="*/ 123550 w 883853"/>
                <a:gd name="connsiteY2" fmla="*/ 169698 h 540759"/>
                <a:gd name="connsiteX3" fmla="*/ 143429 w 883853"/>
                <a:gd name="connsiteY3" fmla="*/ 189577 h 540759"/>
                <a:gd name="connsiteX4" fmla="*/ 169933 w 883853"/>
                <a:gd name="connsiteY4" fmla="*/ 202829 h 540759"/>
                <a:gd name="connsiteX5" fmla="*/ 209690 w 883853"/>
                <a:gd name="connsiteY5" fmla="*/ 235959 h 540759"/>
                <a:gd name="connsiteX6" fmla="*/ 256072 w 883853"/>
                <a:gd name="connsiteY6" fmla="*/ 262464 h 540759"/>
                <a:gd name="connsiteX7" fmla="*/ 282577 w 883853"/>
                <a:gd name="connsiteY7" fmla="*/ 269090 h 540759"/>
                <a:gd name="connsiteX8" fmla="*/ 315707 w 883853"/>
                <a:gd name="connsiteY8" fmla="*/ 282342 h 540759"/>
                <a:gd name="connsiteX9" fmla="*/ 388594 w 883853"/>
                <a:gd name="connsiteY9" fmla="*/ 295594 h 540759"/>
                <a:gd name="connsiteX10" fmla="*/ 461481 w 883853"/>
                <a:gd name="connsiteY10" fmla="*/ 288968 h 540759"/>
                <a:gd name="connsiteX11" fmla="*/ 514490 w 883853"/>
                <a:gd name="connsiteY11" fmla="*/ 275716 h 540759"/>
                <a:gd name="connsiteX12" fmla="*/ 534368 w 883853"/>
                <a:gd name="connsiteY12" fmla="*/ 269090 h 540759"/>
                <a:gd name="connsiteX13" fmla="*/ 594003 w 883853"/>
                <a:gd name="connsiteY13" fmla="*/ 262464 h 540759"/>
                <a:gd name="connsiteX14" fmla="*/ 633759 w 883853"/>
                <a:gd name="connsiteY14" fmla="*/ 255838 h 540759"/>
                <a:gd name="connsiteX15" fmla="*/ 647011 w 883853"/>
                <a:gd name="connsiteY15" fmla="*/ 242585 h 540759"/>
                <a:gd name="connsiteX16" fmla="*/ 700020 w 883853"/>
                <a:gd name="connsiteY16" fmla="*/ 222707 h 540759"/>
                <a:gd name="connsiteX17" fmla="*/ 726524 w 883853"/>
                <a:gd name="connsiteY17" fmla="*/ 209455 h 540759"/>
                <a:gd name="connsiteX18" fmla="*/ 739777 w 883853"/>
                <a:gd name="connsiteY18" fmla="*/ 196203 h 540759"/>
                <a:gd name="connsiteX19" fmla="*/ 806037 w 883853"/>
                <a:gd name="connsiteY19" fmla="*/ 209455 h 540759"/>
                <a:gd name="connsiteX20" fmla="*/ 872298 w 883853"/>
                <a:gd name="connsiteY20" fmla="*/ 235959 h 540759"/>
                <a:gd name="connsiteX21" fmla="*/ 872298 w 883853"/>
                <a:gd name="connsiteY21" fmla="*/ 355229 h 540759"/>
                <a:gd name="connsiteX22" fmla="*/ 792785 w 883853"/>
                <a:gd name="connsiteY22" fmla="*/ 441368 h 540759"/>
                <a:gd name="connsiteX23" fmla="*/ 772907 w 883853"/>
                <a:gd name="connsiteY23" fmla="*/ 447994 h 540759"/>
                <a:gd name="connsiteX24" fmla="*/ 739777 w 883853"/>
                <a:gd name="connsiteY24" fmla="*/ 441368 h 540759"/>
                <a:gd name="connsiteX25" fmla="*/ 700020 w 883853"/>
                <a:gd name="connsiteY25" fmla="*/ 428116 h 540759"/>
                <a:gd name="connsiteX26" fmla="*/ 673516 w 883853"/>
                <a:gd name="connsiteY26" fmla="*/ 421490 h 540759"/>
                <a:gd name="connsiteX27" fmla="*/ 613881 w 883853"/>
                <a:gd name="connsiteY27" fmla="*/ 434742 h 540759"/>
                <a:gd name="connsiteX28" fmla="*/ 547620 w 883853"/>
                <a:gd name="connsiteY28" fmla="*/ 474498 h 540759"/>
                <a:gd name="connsiteX29" fmla="*/ 534368 w 883853"/>
                <a:gd name="connsiteY29" fmla="*/ 487751 h 540759"/>
                <a:gd name="connsiteX30" fmla="*/ 514490 w 883853"/>
                <a:gd name="connsiteY30" fmla="*/ 494377 h 540759"/>
                <a:gd name="connsiteX31" fmla="*/ 474733 w 883853"/>
                <a:gd name="connsiteY31" fmla="*/ 514255 h 540759"/>
                <a:gd name="connsiteX32" fmla="*/ 388594 w 883853"/>
                <a:gd name="connsiteY32" fmla="*/ 540759 h 540759"/>
                <a:gd name="connsiteX33" fmla="*/ 328959 w 883853"/>
                <a:gd name="connsiteY33" fmla="*/ 534133 h 540759"/>
                <a:gd name="connsiteX34" fmla="*/ 282577 w 883853"/>
                <a:gd name="connsiteY34" fmla="*/ 514255 h 540759"/>
                <a:gd name="connsiteX35" fmla="*/ 256072 w 883853"/>
                <a:gd name="connsiteY35" fmla="*/ 507629 h 540759"/>
                <a:gd name="connsiteX36" fmla="*/ 222942 w 883853"/>
                <a:gd name="connsiteY36" fmla="*/ 481125 h 540759"/>
                <a:gd name="connsiteX37" fmla="*/ 196437 w 883853"/>
                <a:gd name="connsiteY37" fmla="*/ 454620 h 540759"/>
                <a:gd name="connsiteX38" fmla="*/ 163307 w 883853"/>
                <a:gd name="connsiteY38" fmla="*/ 401611 h 540759"/>
                <a:gd name="connsiteX39" fmla="*/ 150055 w 883853"/>
                <a:gd name="connsiteY39" fmla="*/ 375107 h 540759"/>
                <a:gd name="connsiteX40" fmla="*/ 143429 w 883853"/>
                <a:gd name="connsiteY40" fmla="*/ 355229 h 540759"/>
                <a:gd name="connsiteX41" fmla="*/ 123550 w 883853"/>
                <a:gd name="connsiteY41" fmla="*/ 328725 h 540759"/>
                <a:gd name="connsiteX42" fmla="*/ 103672 w 883853"/>
                <a:gd name="connsiteY42" fmla="*/ 275716 h 540759"/>
                <a:gd name="connsiteX43" fmla="*/ 90420 w 883853"/>
                <a:gd name="connsiteY43" fmla="*/ 255838 h 540759"/>
                <a:gd name="connsiteX44" fmla="*/ 83794 w 883853"/>
                <a:gd name="connsiteY44" fmla="*/ 235959 h 540759"/>
                <a:gd name="connsiteX45" fmla="*/ 63916 w 883853"/>
                <a:gd name="connsiteY45" fmla="*/ 209455 h 540759"/>
                <a:gd name="connsiteX46" fmla="*/ 50663 w 883853"/>
                <a:gd name="connsiteY46" fmla="*/ 182951 h 540759"/>
                <a:gd name="connsiteX47" fmla="*/ 44037 w 883853"/>
                <a:gd name="connsiteY47" fmla="*/ 149820 h 540759"/>
                <a:gd name="connsiteX48" fmla="*/ 30785 w 883853"/>
                <a:gd name="connsiteY48" fmla="*/ 129942 h 540759"/>
                <a:gd name="connsiteX49" fmla="*/ 10907 w 883853"/>
                <a:gd name="connsiteY49" fmla="*/ 76933 h 540759"/>
                <a:gd name="connsiteX50" fmla="*/ 4281 w 883853"/>
                <a:gd name="connsiteY50" fmla="*/ 4046 h 540759"/>
                <a:gd name="connsiteX51" fmla="*/ 44037 w 883853"/>
                <a:gd name="connsiteY51" fmla="*/ 17298 h 540759"/>
                <a:gd name="connsiteX52" fmla="*/ 77168 w 883853"/>
                <a:gd name="connsiteY52" fmla="*/ 57055 h 540759"/>
                <a:gd name="connsiteX53" fmla="*/ 97046 w 883853"/>
                <a:gd name="connsiteY53" fmla="*/ 76933 h 540759"/>
                <a:gd name="connsiteX54" fmla="*/ 83794 w 883853"/>
                <a:gd name="connsiteY54" fmla="*/ 90185 h 54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883853" h="540759">
                  <a:moveTo>
                    <a:pt x="83794" y="90185"/>
                  </a:moveTo>
                  <a:lnTo>
                    <a:pt x="83794" y="90185"/>
                  </a:lnTo>
                  <a:cubicBezTo>
                    <a:pt x="93773" y="112637"/>
                    <a:pt x="105465" y="147996"/>
                    <a:pt x="123550" y="169698"/>
                  </a:cubicBezTo>
                  <a:cubicBezTo>
                    <a:pt x="129549" y="176897"/>
                    <a:pt x="135803" y="184130"/>
                    <a:pt x="143429" y="189577"/>
                  </a:cubicBezTo>
                  <a:cubicBezTo>
                    <a:pt x="151467" y="195318"/>
                    <a:pt x="161098" y="198412"/>
                    <a:pt x="169933" y="202829"/>
                  </a:cubicBezTo>
                  <a:cubicBezTo>
                    <a:pt x="190750" y="234054"/>
                    <a:pt x="173475" y="215265"/>
                    <a:pt x="209690" y="235959"/>
                  </a:cubicBezTo>
                  <a:cubicBezTo>
                    <a:pt x="234155" y="249939"/>
                    <a:pt x="226950" y="251543"/>
                    <a:pt x="256072" y="262464"/>
                  </a:cubicBezTo>
                  <a:cubicBezTo>
                    <a:pt x="264599" y="265662"/>
                    <a:pt x="273937" y="266210"/>
                    <a:pt x="282577" y="269090"/>
                  </a:cubicBezTo>
                  <a:cubicBezTo>
                    <a:pt x="293861" y="272851"/>
                    <a:pt x="304423" y="278581"/>
                    <a:pt x="315707" y="282342"/>
                  </a:cubicBezTo>
                  <a:cubicBezTo>
                    <a:pt x="339139" y="290153"/>
                    <a:pt x="364451" y="292145"/>
                    <a:pt x="388594" y="295594"/>
                  </a:cubicBezTo>
                  <a:cubicBezTo>
                    <a:pt x="412890" y="293385"/>
                    <a:pt x="437384" y="292773"/>
                    <a:pt x="461481" y="288968"/>
                  </a:cubicBezTo>
                  <a:cubicBezTo>
                    <a:pt x="479472" y="286127"/>
                    <a:pt x="497211" y="281476"/>
                    <a:pt x="514490" y="275716"/>
                  </a:cubicBezTo>
                  <a:cubicBezTo>
                    <a:pt x="521116" y="273507"/>
                    <a:pt x="527479" y="270238"/>
                    <a:pt x="534368" y="269090"/>
                  </a:cubicBezTo>
                  <a:cubicBezTo>
                    <a:pt x="554097" y="265802"/>
                    <a:pt x="574178" y="265107"/>
                    <a:pt x="594003" y="262464"/>
                  </a:cubicBezTo>
                  <a:cubicBezTo>
                    <a:pt x="607320" y="260688"/>
                    <a:pt x="620507" y="258047"/>
                    <a:pt x="633759" y="255838"/>
                  </a:cubicBezTo>
                  <a:cubicBezTo>
                    <a:pt x="638176" y="251420"/>
                    <a:pt x="641587" y="245685"/>
                    <a:pt x="647011" y="242585"/>
                  </a:cubicBezTo>
                  <a:cubicBezTo>
                    <a:pt x="674462" y="226899"/>
                    <a:pt x="676002" y="233001"/>
                    <a:pt x="700020" y="222707"/>
                  </a:cubicBezTo>
                  <a:cubicBezTo>
                    <a:pt x="709099" y="218816"/>
                    <a:pt x="718305" y="214934"/>
                    <a:pt x="726524" y="209455"/>
                  </a:cubicBezTo>
                  <a:cubicBezTo>
                    <a:pt x="731722" y="205990"/>
                    <a:pt x="735359" y="200620"/>
                    <a:pt x="739777" y="196203"/>
                  </a:cubicBezTo>
                  <a:cubicBezTo>
                    <a:pt x="761864" y="200620"/>
                    <a:pt x="785124" y="201090"/>
                    <a:pt x="806037" y="209455"/>
                  </a:cubicBezTo>
                  <a:lnTo>
                    <a:pt x="872298" y="235959"/>
                  </a:lnTo>
                  <a:cubicBezTo>
                    <a:pt x="882809" y="278006"/>
                    <a:pt x="891940" y="302850"/>
                    <a:pt x="872298" y="355229"/>
                  </a:cubicBezTo>
                  <a:cubicBezTo>
                    <a:pt x="863620" y="378371"/>
                    <a:pt x="821917" y="424722"/>
                    <a:pt x="792785" y="441368"/>
                  </a:cubicBezTo>
                  <a:cubicBezTo>
                    <a:pt x="786721" y="444833"/>
                    <a:pt x="779533" y="445785"/>
                    <a:pt x="772907" y="447994"/>
                  </a:cubicBezTo>
                  <a:cubicBezTo>
                    <a:pt x="761864" y="445785"/>
                    <a:pt x="750642" y="444331"/>
                    <a:pt x="739777" y="441368"/>
                  </a:cubicBezTo>
                  <a:cubicBezTo>
                    <a:pt x="726300" y="437693"/>
                    <a:pt x="713400" y="432130"/>
                    <a:pt x="700020" y="428116"/>
                  </a:cubicBezTo>
                  <a:cubicBezTo>
                    <a:pt x="691297" y="425499"/>
                    <a:pt x="682351" y="423699"/>
                    <a:pt x="673516" y="421490"/>
                  </a:cubicBezTo>
                  <a:cubicBezTo>
                    <a:pt x="661492" y="423494"/>
                    <a:pt x="628506" y="426867"/>
                    <a:pt x="613881" y="434742"/>
                  </a:cubicBezTo>
                  <a:cubicBezTo>
                    <a:pt x="591202" y="446954"/>
                    <a:pt x="565833" y="456284"/>
                    <a:pt x="547620" y="474498"/>
                  </a:cubicBezTo>
                  <a:cubicBezTo>
                    <a:pt x="543203" y="478916"/>
                    <a:pt x="539725" y="484537"/>
                    <a:pt x="534368" y="487751"/>
                  </a:cubicBezTo>
                  <a:cubicBezTo>
                    <a:pt x="528379" y="491345"/>
                    <a:pt x="520872" y="491540"/>
                    <a:pt x="514490" y="494377"/>
                  </a:cubicBezTo>
                  <a:cubicBezTo>
                    <a:pt x="500950" y="500394"/>
                    <a:pt x="488410" y="508556"/>
                    <a:pt x="474733" y="514255"/>
                  </a:cubicBezTo>
                  <a:cubicBezTo>
                    <a:pt x="454727" y="522591"/>
                    <a:pt x="408115" y="535182"/>
                    <a:pt x="388594" y="540759"/>
                  </a:cubicBezTo>
                  <a:cubicBezTo>
                    <a:pt x="368716" y="538550"/>
                    <a:pt x="348688" y="537421"/>
                    <a:pt x="328959" y="534133"/>
                  </a:cubicBezTo>
                  <a:cubicBezTo>
                    <a:pt x="309214" y="530842"/>
                    <a:pt x="301888" y="521497"/>
                    <a:pt x="282577" y="514255"/>
                  </a:cubicBezTo>
                  <a:cubicBezTo>
                    <a:pt x="274050" y="511057"/>
                    <a:pt x="264907" y="509838"/>
                    <a:pt x="256072" y="507629"/>
                  </a:cubicBezTo>
                  <a:cubicBezTo>
                    <a:pt x="245029" y="498794"/>
                    <a:pt x="233512" y="490521"/>
                    <a:pt x="222942" y="481125"/>
                  </a:cubicBezTo>
                  <a:cubicBezTo>
                    <a:pt x="213603" y="472824"/>
                    <a:pt x="196437" y="454620"/>
                    <a:pt x="196437" y="454620"/>
                  </a:cubicBezTo>
                  <a:cubicBezTo>
                    <a:pt x="162860" y="387466"/>
                    <a:pt x="206314" y="470424"/>
                    <a:pt x="163307" y="401611"/>
                  </a:cubicBezTo>
                  <a:cubicBezTo>
                    <a:pt x="158072" y="393235"/>
                    <a:pt x="153946" y="384186"/>
                    <a:pt x="150055" y="375107"/>
                  </a:cubicBezTo>
                  <a:cubicBezTo>
                    <a:pt x="147304" y="368687"/>
                    <a:pt x="146894" y="361293"/>
                    <a:pt x="143429" y="355229"/>
                  </a:cubicBezTo>
                  <a:cubicBezTo>
                    <a:pt x="137950" y="345641"/>
                    <a:pt x="130176" y="337560"/>
                    <a:pt x="123550" y="328725"/>
                  </a:cubicBezTo>
                  <a:cubicBezTo>
                    <a:pt x="116924" y="311055"/>
                    <a:pt x="111481" y="292896"/>
                    <a:pt x="103672" y="275716"/>
                  </a:cubicBezTo>
                  <a:cubicBezTo>
                    <a:pt x="100377" y="268466"/>
                    <a:pt x="93981" y="262961"/>
                    <a:pt x="90420" y="255838"/>
                  </a:cubicBezTo>
                  <a:cubicBezTo>
                    <a:pt x="87296" y="249591"/>
                    <a:pt x="87259" y="242023"/>
                    <a:pt x="83794" y="235959"/>
                  </a:cubicBezTo>
                  <a:cubicBezTo>
                    <a:pt x="78315" y="226371"/>
                    <a:pt x="69769" y="218820"/>
                    <a:pt x="63916" y="209455"/>
                  </a:cubicBezTo>
                  <a:cubicBezTo>
                    <a:pt x="58681" y="201079"/>
                    <a:pt x="55081" y="191786"/>
                    <a:pt x="50663" y="182951"/>
                  </a:cubicBezTo>
                  <a:cubicBezTo>
                    <a:pt x="48454" y="171907"/>
                    <a:pt x="47991" y="160365"/>
                    <a:pt x="44037" y="149820"/>
                  </a:cubicBezTo>
                  <a:cubicBezTo>
                    <a:pt x="41241" y="142364"/>
                    <a:pt x="33581" y="137398"/>
                    <a:pt x="30785" y="129942"/>
                  </a:cubicBezTo>
                  <a:cubicBezTo>
                    <a:pt x="6222" y="64439"/>
                    <a:pt x="41985" y="123550"/>
                    <a:pt x="10907" y="76933"/>
                  </a:cubicBezTo>
                  <a:cubicBezTo>
                    <a:pt x="8698" y="52637"/>
                    <a:pt x="-7567" y="25372"/>
                    <a:pt x="4281" y="4046"/>
                  </a:cubicBezTo>
                  <a:cubicBezTo>
                    <a:pt x="11065" y="-8165"/>
                    <a:pt x="31826" y="10514"/>
                    <a:pt x="44037" y="17298"/>
                  </a:cubicBezTo>
                  <a:cubicBezTo>
                    <a:pt x="62061" y="27312"/>
                    <a:pt x="65079" y="42549"/>
                    <a:pt x="77168" y="57055"/>
                  </a:cubicBezTo>
                  <a:cubicBezTo>
                    <a:pt x="83167" y="64254"/>
                    <a:pt x="91047" y="69734"/>
                    <a:pt x="97046" y="76933"/>
                  </a:cubicBezTo>
                  <a:cubicBezTo>
                    <a:pt x="102144" y="83051"/>
                    <a:pt x="86003" y="87976"/>
                    <a:pt x="83794" y="90185"/>
                  </a:cubicBezTo>
                  <a:close/>
                </a:path>
              </a:pathLst>
            </a:custGeom>
            <a:solidFill>
              <a:srgbClr val="9966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BC1BD9C-F1CD-A2BC-2FD7-F40BBA00A74C}"/>
                </a:ext>
              </a:extLst>
            </p:cNvPr>
            <p:cNvSpPr/>
            <p:nvPr/>
          </p:nvSpPr>
          <p:spPr>
            <a:xfrm>
              <a:off x="8251483" y="4311259"/>
              <a:ext cx="641684" cy="661737"/>
            </a:xfrm>
            <a:prstGeom prst="ellipse">
              <a:avLst/>
            </a:prstGeom>
            <a:solidFill>
              <a:srgbClr val="92D050">
                <a:alpha val="72157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5B66510B-C090-90F4-A10A-38690C6A352B}"/>
              </a:ext>
            </a:extLst>
          </p:cNvPr>
          <p:cNvSpPr/>
          <p:nvPr/>
        </p:nvSpPr>
        <p:spPr>
          <a:xfrm>
            <a:off x="802271" y="828398"/>
            <a:ext cx="4812632" cy="5093368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68BA3D-080C-4A91-370A-C7877CDBF6BE}"/>
              </a:ext>
            </a:extLst>
          </p:cNvPr>
          <p:cNvSpPr/>
          <p:nvPr/>
        </p:nvSpPr>
        <p:spPr>
          <a:xfrm>
            <a:off x="832007" y="770818"/>
            <a:ext cx="4741660" cy="1374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A2F84FB-E943-3A98-AAC3-86DAD11F0FFA}"/>
              </a:ext>
            </a:extLst>
          </p:cNvPr>
          <p:cNvSpPr/>
          <p:nvPr/>
        </p:nvSpPr>
        <p:spPr>
          <a:xfrm>
            <a:off x="626870" y="323848"/>
            <a:ext cx="5341533" cy="1374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553DA9F-75D4-2D81-5FAA-CE7D1AFD36F8}"/>
              </a:ext>
            </a:extLst>
          </p:cNvPr>
          <p:cNvSpPr txBox="1"/>
          <p:nvPr/>
        </p:nvSpPr>
        <p:spPr>
          <a:xfrm>
            <a:off x="1837590" y="2382874"/>
            <a:ext cx="586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290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41CF3E5-1514-8069-3954-FE117CD7DD5E}"/>
              </a:ext>
            </a:extLst>
          </p:cNvPr>
          <p:cNvSpPr/>
          <p:nvPr/>
        </p:nvSpPr>
        <p:spPr>
          <a:xfrm>
            <a:off x="2352827" y="2410691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84BB262-F46F-8AFB-D192-09D58ABEB952}"/>
              </a:ext>
            </a:extLst>
          </p:cNvPr>
          <p:cNvSpPr txBox="1"/>
          <p:nvPr/>
        </p:nvSpPr>
        <p:spPr>
          <a:xfrm>
            <a:off x="2705315" y="3042275"/>
            <a:ext cx="5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540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3F7417A-EA74-066F-EF26-0FA2DC339F47}"/>
              </a:ext>
            </a:extLst>
          </p:cNvPr>
          <p:cNvSpPr/>
          <p:nvPr/>
        </p:nvSpPr>
        <p:spPr>
          <a:xfrm>
            <a:off x="2967417" y="3328218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8ECAB72-0607-D9D2-0AD7-652C2F4D2449}"/>
              </a:ext>
            </a:extLst>
          </p:cNvPr>
          <p:cNvSpPr txBox="1"/>
          <p:nvPr/>
        </p:nvSpPr>
        <p:spPr>
          <a:xfrm>
            <a:off x="2247363" y="3525451"/>
            <a:ext cx="59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476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3E3B7C4-4F9B-B6AC-A7B0-81A6E804F28F}"/>
              </a:ext>
            </a:extLst>
          </p:cNvPr>
          <p:cNvSpPr/>
          <p:nvPr/>
        </p:nvSpPr>
        <p:spPr>
          <a:xfrm>
            <a:off x="2515052" y="3823471"/>
            <a:ext cx="61322" cy="613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B27A80B-D700-82B9-7973-19C80EC942A5}"/>
              </a:ext>
            </a:extLst>
          </p:cNvPr>
          <p:cNvSpPr/>
          <p:nvPr/>
        </p:nvSpPr>
        <p:spPr>
          <a:xfrm rot="20333928">
            <a:off x="7064027" y="923401"/>
            <a:ext cx="599402" cy="70354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" name="Graphic 109" descr="Lightbulb with solid fill">
            <a:extLst>
              <a:ext uri="{FF2B5EF4-FFF2-40B4-BE49-F238E27FC236}">
                <a16:creationId xmlns:a16="http://schemas.microsoft.com/office/drawing/2014/main" id="{26D0DCA5-AA66-06F6-C360-3A6A9A456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617281">
            <a:off x="6605273" y="401799"/>
            <a:ext cx="1349060" cy="1349060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6C4BB6E-AA9E-39FC-A3D3-0A0A87ED22E8}"/>
              </a:ext>
            </a:extLst>
          </p:cNvPr>
          <p:cNvGrpSpPr/>
          <p:nvPr/>
        </p:nvGrpSpPr>
        <p:grpSpPr>
          <a:xfrm>
            <a:off x="1048473" y="461312"/>
            <a:ext cx="1619864" cy="1613773"/>
            <a:chOff x="1048473" y="461312"/>
            <a:chExt cx="1619864" cy="1613773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98D518CC-B5B8-69DF-D730-B134EC467265}"/>
                </a:ext>
              </a:extLst>
            </p:cNvPr>
            <p:cNvSpPr/>
            <p:nvPr/>
          </p:nvSpPr>
          <p:spPr>
            <a:xfrm rot="20333928">
              <a:off x="1560309" y="982914"/>
              <a:ext cx="599402" cy="70354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7" name="Graphic 106" descr="Lightbulb with solid fill">
              <a:extLst>
                <a:ext uri="{FF2B5EF4-FFF2-40B4-BE49-F238E27FC236}">
                  <a16:creationId xmlns:a16="http://schemas.microsoft.com/office/drawing/2014/main" id="{CF4D0B58-B885-D3DB-3C7A-D0F436AFD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617281">
              <a:off x="1101555" y="461312"/>
              <a:ext cx="1349060" cy="1349060"/>
            </a:xfrm>
            <a:prstGeom prst="rect">
              <a:avLst/>
            </a:prstGeom>
          </p:spPr>
        </p:pic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27D67A4-4156-884E-822E-703B4E4C39C4}"/>
                </a:ext>
              </a:extLst>
            </p:cNvPr>
            <p:cNvCxnSpPr/>
            <p:nvPr/>
          </p:nvCxnSpPr>
          <p:spPr>
            <a:xfrm flipH="1">
              <a:off x="1356924" y="1701660"/>
              <a:ext cx="193672" cy="227586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CADCD70-591F-C123-DABD-74C5ABCD091D}"/>
                </a:ext>
              </a:extLst>
            </p:cNvPr>
            <p:cNvCxnSpPr>
              <a:cxnSpLocks/>
            </p:cNvCxnSpPr>
            <p:nvPr/>
          </p:nvCxnSpPr>
          <p:spPr>
            <a:xfrm>
              <a:off x="1776085" y="1783407"/>
              <a:ext cx="0" cy="291678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6834569-D463-BB36-BDFF-F1BEFB3E6177}"/>
                </a:ext>
              </a:extLst>
            </p:cNvPr>
            <p:cNvCxnSpPr>
              <a:cxnSpLocks/>
            </p:cNvCxnSpPr>
            <p:nvPr/>
          </p:nvCxnSpPr>
          <p:spPr>
            <a:xfrm>
              <a:off x="2090788" y="1731870"/>
              <a:ext cx="202396" cy="293218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4D99190-F17B-FC6B-5828-3E377AF6D8C7}"/>
                </a:ext>
              </a:extLst>
            </p:cNvPr>
            <p:cNvCxnSpPr>
              <a:cxnSpLocks/>
            </p:cNvCxnSpPr>
            <p:nvPr/>
          </p:nvCxnSpPr>
          <p:spPr>
            <a:xfrm>
              <a:off x="2293184" y="1523775"/>
              <a:ext cx="345418" cy="65826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E0A6F07-F653-6AE7-FBD1-2CDCE0DAC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6646" y="1076805"/>
              <a:ext cx="361691" cy="149431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6B7E719-6C2C-5DC4-3C3D-CF0643387CE0}"/>
                </a:ext>
              </a:extLst>
            </p:cNvPr>
            <p:cNvCxnSpPr>
              <a:cxnSpLocks/>
            </p:cNvCxnSpPr>
            <p:nvPr/>
          </p:nvCxnSpPr>
          <p:spPr>
            <a:xfrm>
              <a:off x="1048473" y="1458278"/>
              <a:ext cx="351266" cy="0"/>
            </a:xfrm>
            <a:prstGeom prst="line">
              <a:avLst/>
            </a:prstGeom>
            <a:ln w="762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33B5D47F-73E4-1010-70BE-41B8B14D2208}"/>
              </a:ext>
            </a:extLst>
          </p:cNvPr>
          <p:cNvSpPr txBox="1"/>
          <p:nvPr/>
        </p:nvSpPr>
        <p:spPr>
          <a:xfrm>
            <a:off x="3709067" y="1322592"/>
            <a:ext cx="1441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Light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C58043A-C1F5-510A-B3AE-F69B960AFC17}"/>
              </a:ext>
            </a:extLst>
          </p:cNvPr>
          <p:cNvSpPr txBox="1"/>
          <p:nvPr/>
        </p:nvSpPr>
        <p:spPr>
          <a:xfrm>
            <a:off x="9344708" y="1275175"/>
            <a:ext cx="1441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Dark</a:t>
            </a:r>
          </a:p>
        </p:txBody>
      </p:sp>
    </p:spTree>
    <p:extLst>
      <p:ext uri="{BB962C8B-B14F-4D97-AF65-F5344CB8AC3E}">
        <p14:creationId xmlns:p14="http://schemas.microsoft.com/office/powerpoint/2010/main" val="207479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FD81E572-7DF6-0550-03F1-D8B3DF740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11" y="560583"/>
            <a:ext cx="11278578" cy="57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Burns</dc:creator>
  <cp:lastModifiedBy>John Burns</cp:lastModifiedBy>
  <cp:revision>2</cp:revision>
  <dcterms:created xsi:type="dcterms:W3CDTF">2026-08-30T02:42:30Z</dcterms:created>
  <dcterms:modified xsi:type="dcterms:W3CDTF">2026-08-30T02:53:13Z</dcterms:modified>
</cp:coreProperties>
</file>